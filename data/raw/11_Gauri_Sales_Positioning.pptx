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GAURI LTD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B0F0"/>
                </a:solidFill>
              </a:defRPr>
            </a:pPr>
            <a:r>
              <a:t>Enterprise AI Transformation Partner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Make enterprises AI-ready on the platforms they already run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Modernise Salesforce, SAP, and enterprise data estates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Deliver measurable growth, not isolated pilots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Philosophy: 'AI without the hype, readiness without the risk'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We're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🔹 Proven track record: SAP since 2007, Production AI since 2019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🔹 Readiness-first approach: Platforms, Data, People foundation before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🔹 Partnership model: Collaborative, not transactional delivery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🔹 Integrated expertise: SAP + Salesforce + Data &amp; AI, not point solutions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🔹 Certified specialists: Summit Partner status with platform vendors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Three Readiness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1. READY PLATFORMS: Salesforce, SAP, and AI capabilities (Einstein, Agentforce)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2. READY DATA: Governed foundations, lakehouses, semantic models for trustworthy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3. READY PEOPLE: Structured enablement using same curriculum for clients and our team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Platform Expertise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💼 SAP Business One: 3-month rapid implementations for growth-stage SMEs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💼 SAP S/4HANA Cloud: Enterprise transformation with clean-core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💼 Salesforce (Summit Partner): Sales, Service, Field Service, Agentforce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💼 Data &amp; AI: Lakehouses, analytics, Setu-AI document intelligence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Client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Synthomer: Global CRM and ERP transformation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Groupe Atlantic: Multi-country Salesforce and SAP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Kestrel Automotive: 14 dealerships unified on Salesforce + SAP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Alderton Precision: SAP S/4HANA cloud modernisation with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Wentworth Regional College: Education Cloud + Setu-AI for admissions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Results Delivered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⚡ Lead response time: 24 hours → 2 hours (Kestrel Automotive)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⚡ Manual data entry: 80% reduction through AI (Wentworth College)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⚡ Month-end close: 3 weeks → under 1 week (Alderton, Roper Rhodes)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⚡ Warranty processing: 50% faster (Kestrel, Medivance)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⚡ Real-time visibility: Supply chain and sales across multi-channel (Harlow &amp; Vance)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🔧 Platform Implementation: ERP, CRM, cloud migration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🔧 Data &amp; AI: Lakehouses, analytics, generative AI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🔧 Integration: Salesforce-SAP, real-time sync, master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🔧 Managed Services: Ongoing support, optimisation, enhancement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🔧 Training &amp; Change: User enablement, adoption programmes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Platforms: SAP (Business One, S/4HANA, BTP), Salesforce (Summit Partner)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Data: Snowflake, Databricks, cloud data platforms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Integration: Talend, MuleSoft, SAP Integration Suite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Analytics: ThoughtSpot, Tableau, Looker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AI: Setu-AI (document intelligence), Einstein, SAP Business 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🏢 Headquarters: Lincoln, UK (leadership, SAP, Salesforce)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🏢 London: Client engagement office (financial services, third sector)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🏢 Manchester: Data &amp; AI delivery hub (analytics, ML, Setu-AI)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🌍 European support: On-the-ground teams in France, ROI for multinational clients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🌍 Total headcount: 180-220 consultants and engineers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E78"/>
          </a:solidFill>
          <a:ln>
            <a:solidFill>
              <a:srgbClr val="1F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Partner With Gauri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Integrated expertise: Don't cobble together multiple vendors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Proven outcomes: Case studies span automotive, healthcare, retail, manufacturing, education, financial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People-first culture: Same training for clients and our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Governance focus: Readiness and risk management, not hype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000000"/>
                </a:solidFill>
              </a:defRPr>
            </a:pPr>
            <a:r>
              <a:t>✓ Partnership mentality: Collaborative, long-term relationships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Let's 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400">
                <a:solidFill>
                  <a:srgbClr val="00B0F0"/>
                </a:solidFill>
              </a:defRPr>
            </a:pPr>
            <a:r>
              <a:t>Gauri Ltd</a:t>
            </a:r>
          </a:p>
          <a:p>
            <a:pPr algn="ctr">
              <a:spcAft>
                <a:spcPts val="1000"/>
              </a:spcAft>
              <a:defRPr sz="2400">
                <a:solidFill>
                  <a:srgbClr val="00B0F0"/>
                </a:solidFill>
              </a:defRPr>
            </a:pPr>
            <a:r>
              <a:t>Lincoln, UK</a:t>
            </a:r>
          </a:p>
          <a:p>
            <a:pPr algn="ctr">
              <a:spcAft>
                <a:spcPts val="1000"/>
              </a:spcAft>
              <a:defRPr sz="2400">
                <a:solidFill>
                  <a:srgbClr val="00B0F0"/>
                </a:solidFill>
              </a:defRPr>
            </a:pPr>
            <a:r>
              <a:t>Sales: 01522 243123</a:t>
            </a:r>
          </a:p>
          <a:p>
            <a:pPr algn="ctr">
              <a:spcAft>
                <a:spcPts val="1000"/>
              </a:spcAft>
              <a:defRPr sz="2400">
                <a:solidFill>
                  <a:srgbClr val="00B0F0"/>
                </a:solidFill>
              </a:defRPr>
            </a:pPr>
            <a:r>
              <a:t>Support: 01522 243122</a:t>
            </a:r>
          </a:p>
          <a:p>
            <a:pPr algn="ctr">
              <a:spcAft>
                <a:spcPts val="1000"/>
              </a:spcAft>
              <a:defRPr sz="2400">
                <a:solidFill>
                  <a:srgbClr val="00B0F0"/>
                </a:solidFill>
              </a:defRPr>
            </a:pPr>
            <a:r>
              <a:t>www.gauri.com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